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182880"/>
            <a:ext cx="777240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Local Workstation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57800" y="365760"/>
            <a:ext cx="1828800" cy="365760"/>
          </a:xfrm>
          <a:prstGeom prst="rect">
            <a:avLst/>
          </a:prstGeom>
          <a:solidFill>
            <a:srgbClr val="FFFAC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.config/cloudmesh/.env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914400"/>
            <a:ext cx="5943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llmctl Unified CLI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188720"/>
            <a:ext cx="1097280" cy="365760"/>
          </a:xfrm>
          <a:prstGeom prst="rect">
            <a:avLst/>
          </a:prstGeom>
          <a:solidFill>
            <a:srgbClr val="DCF0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llmctl launch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188720"/>
            <a:ext cx="1097280" cy="365760"/>
          </a:xfrm>
          <a:prstGeom prst="rect">
            <a:avLst/>
          </a:prstGeom>
          <a:solidFill>
            <a:srgbClr val="DCF0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llmctl proxy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188720"/>
            <a:ext cx="1097280" cy="365760"/>
          </a:xfrm>
          <a:prstGeom prst="rect">
            <a:avLst/>
          </a:prstGeom>
          <a:solidFill>
            <a:srgbClr val="DCF0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llmctl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188720"/>
            <a:ext cx="1097280" cy="365760"/>
          </a:xfrm>
          <a:prstGeom prst="rect">
            <a:avLst/>
          </a:prstGeom>
          <a:solidFill>
            <a:srgbClr val="DCF0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llmctl tunnel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194560"/>
            <a:ext cx="1371600" cy="548640"/>
          </a:xfrm>
          <a:prstGeom prst="rect">
            <a:avLst/>
          </a:prstGeom>
          <a:solidFill>
            <a:srgbClr val="E6D2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LiteLLM Proxy</a:t>
            </a:r>
          </a:p>
          <a:p>
            <a:r>
              <a:t>Port 4000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2194560"/>
            <a:ext cx="1371600" cy="548640"/>
          </a:xfrm>
          <a:prstGeom prst="rect">
            <a:avLst/>
          </a:prstGeom>
          <a:solidFill>
            <a:srgbClr val="E6D2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UVA SSH Tunnel</a:t>
            </a:r>
          </a:p>
          <a:p>
            <a:r>
              <a:t>Port 8080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3840480"/>
            <a:ext cx="7772400" cy="2560320"/>
          </a:xfrm>
          <a:prstGeom prst="rect">
            <a:avLst/>
          </a:prstGeom>
          <a:solidFill>
            <a:srgbClr val="FAFA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Remote Infrastructure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43891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Remote GPU Hosts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4754880"/>
            <a:ext cx="1097280" cy="365760"/>
          </a:xfrm>
          <a:prstGeom prst="rect">
            <a:avLst/>
          </a:prstGeom>
          <a:solidFill>
            <a:srgbClr val="FFFAC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Host: white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4754880"/>
            <a:ext cx="1097280" cy="365760"/>
          </a:xfrm>
          <a:prstGeom prst="rect">
            <a:avLst/>
          </a:prstGeom>
          <a:solidFill>
            <a:srgbClr val="FFFAC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Host: spark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5303520"/>
            <a:ext cx="2377440" cy="548640"/>
          </a:xfrm>
          <a:prstGeom prst="rect">
            <a:avLst/>
          </a:prstGeom>
          <a:solidFill>
            <a:srgbClr val="E6D2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vLLM Containers</a:t>
            </a:r>
          </a:p>
          <a:p>
            <a:r>
              <a:t>Ports 18000+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4572000"/>
            <a:ext cx="2286000" cy="548640"/>
          </a:xfrm>
          <a:prstGeom prst="rect">
            <a:avLst/>
          </a:prstGeom>
          <a:solidFill>
            <a:srgbClr val="E6D2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t>UVA GENAI Kimi K2.5</a:t>
            </a:r>
          </a:p>
          <a:p>
            <a:r>
              <a:t>Remote API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72200" y="731520"/>
            <a:ext cx="0" cy="182880"/>
          </a:xfrm>
          <a:prstGeom prst="line">
            <a:avLst/>
          </a:prstGeom>
          <a:ln w="1905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12080" y="1554480"/>
            <a:ext cx="0" cy="640080"/>
          </a:xfrm>
          <a:prstGeom prst="line">
            <a:avLst/>
          </a:prstGeom>
          <a:ln w="1905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349240" y="1554480"/>
            <a:ext cx="777240" cy="640080"/>
          </a:xfrm>
          <a:prstGeom prst="line">
            <a:avLst/>
          </a:prstGeom>
          <a:ln w="1905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772400" y="1554480"/>
            <a:ext cx="0" cy="640080"/>
          </a:xfrm>
          <a:prstGeom prst="line">
            <a:avLst/>
          </a:prstGeom>
          <a:ln w="1905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931920" y="1554480"/>
            <a:ext cx="182880" cy="2834640"/>
          </a:xfrm>
          <a:prstGeom prst="line">
            <a:avLst/>
          </a:prstGeom>
          <a:ln w="19050">
            <a:solidFill>
              <a:srgbClr val="32323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114800" y="2743200"/>
            <a:ext cx="914400" cy="2560320"/>
          </a:xfrm>
          <a:prstGeom prst="line">
            <a:avLst/>
          </a:prstGeom>
          <a:ln w="1905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486400" y="2743200"/>
            <a:ext cx="2286000" cy="1828800"/>
          </a:xfrm>
          <a:prstGeom prst="line">
            <a:avLst/>
          </a:prstGeom>
          <a:ln w="1905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63840" y="2743200"/>
            <a:ext cx="137160" cy="1828800"/>
          </a:xfrm>
          <a:prstGeom prst="line">
            <a:avLst/>
          </a:prstGeom>
          <a:ln w="19050">
            <a:solidFill>
              <a:srgbClr val="32323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