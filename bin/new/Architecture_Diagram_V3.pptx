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82880"/>
            <a:ext cx="77724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Local Workstation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7800" y="365760"/>
            <a:ext cx="182880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.config/cloudmesh/.env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1440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Unified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tunnel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194560"/>
            <a:ext cx="13716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LiteLLM Proxy</a:t>
            </a:r>
          </a:p>
          <a:p>
            <a:r>
              <a:t>Port 4000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194560"/>
            <a:ext cx="13716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SSH Tunnel</a:t>
            </a:r>
          </a:p>
          <a:p>
            <a:r>
              <a:t>Port 8080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840480"/>
            <a:ext cx="7772400" cy="2560320"/>
          </a:xfrm>
          <a:prstGeom prst="rect">
            <a:avLst/>
          </a:prstGeom>
          <a:solidFill>
            <a:srgbClr val="FAFA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Remote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389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Remote GPU Hosts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754880"/>
            <a:ext cx="109728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white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754880"/>
            <a:ext cx="109728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spark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5303520"/>
            <a:ext cx="237744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vLLM Containers</a:t>
            </a:r>
          </a:p>
          <a:p>
            <a:r>
              <a:t>Ports 18000+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572000"/>
            <a:ext cx="22860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GENAI Kimi K2.5</a:t>
            </a:r>
          </a:p>
          <a:p>
            <a:r>
              <a:t>Remote API</a:t>
            </a:r>
          </a:p>
        </p:txBody>
      </p:sp>
      <p:cxnSp>
        <p:nvCxnSpPr>
          <p:cNvPr id="17" name="Connector 16"/>
          <p:cNvCxnSpPr>
            <a:stCxn id="3" idx="2"/>
            <a:endCxn id="4" idx="0"/>
          </p:cNvCxnSpPr>
          <p:nvPr/>
        </p:nvCxnSpPr>
        <p:spPr>
          <a:xfrm flipH="1">
            <a:off x="6172200" y="731520"/>
            <a:ext cx="0" cy="1828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2"/>
            <a:endCxn id="9" idx="0"/>
          </p:cNvCxnSpPr>
          <p:nvPr/>
        </p:nvCxnSpPr>
        <p:spPr>
          <a:xfrm>
            <a:off x="5212080" y="1554480"/>
            <a:ext cx="13716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7" idx="2"/>
            <a:endCxn id="9" idx="0"/>
          </p:cNvCxnSpPr>
          <p:nvPr/>
        </p:nvCxnSpPr>
        <p:spPr>
          <a:xfrm flipH="1">
            <a:off x="5349240" y="1554480"/>
            <a:ext cx="114300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8" idx="2"/>
            <a:endCxn id="10" idx="0"/>
          </p:cNvCxnSpPr>
          <p:nvPr/>
        </p:nvCxnSpPr>
        <p:spPr>
          <a:xfrm>
            <a:off x="7772400" y="1554480"/>
            <a:ext cx="13716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5" idx="2"/>
            <a:endCxn id="12" idx="0"/>
          </p:cNvCxnSpPr>
          <p:nvPr/>
        </p:nvCxnSpPr>
        <p:spPr>
          <a:xfrm>
            <a:off x="3931920" y="1554480"/>
            <a:ext cx="182880" cy="2834640"/>
          </a:xfrm>
          <a:prstGeom prst="line">
            <a:avLst/>
          </a:prstGeom>
          <a:ln w="19050">
            <a:solidFill>
              <a:srgbClr val="3232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9" idx="2"/>
            <a:endCxn id="15" idx="0"/>
          </p:cNvCxnSpPr>
          <p:nvPr/>
        </p:nvCxnSpPr>
        <p:spPr>
          <a:xfrm flipH="1">
            <a:off x="4114800" y="2743200"/>
            <a:ext cx="1234440" cy="25603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9" idx="2"/>
            <a:endCxn id="16" idx="0"/>
          </p:cNvCxnSpPr>
          <p:nvPr/>
        </p:nvCxnSpPr>
        <p:spPr>
          <a:xfrm>
            <a:off x="5349240" y="2743200"/>
            <a:ext cx="2651760" cy="182880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2"/>
            <a:endCxn id="16" idx="0"/>
          </p:cNvCxnSpPr>
          <p:nvPr/>
        </p:nvCxnSpPr>
        <p:spPr>
          <a:xfrm>
            <a:off x="7909560" y="2743200"/>
            <a:ext cx="91440" cy="1828800"/>
          </a:xfrm>
          <a:prstGeom prst="line">
            <a:avLst/>
          </a:prstGeom>
          <a:ln w="19050">
            <a:solidFill>
              <a:srgbClr val="3232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