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457200"/>
            <a:ext cx="10332720" cy="2926080"/>
          </a:xfrm>
          <a:prstGeom prst="rect">
            <a:avLst/>
          </a:prstGeom>
          <a:solidFill>
            <a:srgbClr val="F9F9F9"/>
          </a:solidFill>
          <a:ln w="1270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0000"/>
                </a:solidFill>
              </a:defRPr>
            </a:pPr>
            <a:r>
              <a:t>Local Workstation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640080"/>
            <a:ext cx="1828800" cy="457200"/>
          </a:xfrm>
          <a:prstGeom prst="rect">
            <a:avLst/>
          </a:prstGeom>
          <a:solidFill>
            <a:srgbClr val="FFF9C4"/>
          </a:solidFill>
          <a:ln w="1270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 b="0">
                <a:solidFill>
                  <a:srgbClr val="000000"/>
                </a:solidFill>
              </a:defRPr>
            </a:pPr>
            <a:r>
              <a:t>.config/cloudmesh/.env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1280160"/>
            <a:ext cx="57607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 b="0">
                <a:solidFill>
                  <a:srgbClr val="000000"/>
                </a:solidFill>
              </a:defRPr>
            </a:pPr>
            <a:r>
              <a:t>llmctl Unified CLI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0" y="1554480"/>
            <a:ext cx="1188720" cy="365760"/>
          </a:xfrm>
          <a:prstGeom prst="rect">
            <a:avLst/>
          </a:prstGeom>
          <a:solidFill>
            <a:srgbClr val="E1F5FE"/>
          </a:solidFill>
          <a:ln w="1270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 b="0">
                <a:solidFill>
                  <a:srgbClr val="000000"/>
                </a:solidFill>
              </a:defRPr>
            </a:pPr>
            <a:r>
              <a:t>llmctl launch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1554480"/>
            <a:ext cx="1188720" cy="365760"/>
          </a:xfrm>
          <a:prstGeom prst="rect">
            <a:avLst/>
          </a:prstGeom>
          <a:solidFill>
            <a:srgbClr val="E1F5FE"/>
          </a:solidFill>
          <a:ln w="1270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 b="0">
                <a:solidFill>
                  <a:srgbClr val="000000"/>
                </a:solidFill>
              </a:defRPr>
            </a:pPr>
            <a:r>
              <a:t>llmctl proxy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554480"/>
            <a:ext cx="1188720" cy="365760"/>
          </a:xfrm>
          <a:prstGeom prst="rect">
            <a:avLst/>
          </a:prstGeom>
          <a:solidFill>
            <a:srgbClr val="E1F5FE"/>
          </a:solidFill>
          <a:ln w="1270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 b="0">
                <a:solidFill>
                  <a:srgbClr val="000000"/>
                </a:solidFill>
              </a:defRPr>
            </a:pPr>
            <a:r>
              <a:t>llmctl check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79" y="1554480"/>
            <a:ext cx="1188720" cy="365760"/>
          </a:xfrm>
          <a:prstGeom prst="rect">
            <a:avLst/>
          </a:prstGeom>
          <a:solidFill>
            <a:srgbClr val="E1F5FE"/>
          </a:solidFill>
          <a:ln w="1270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 b="0">
                <a:solidFill>
                  <a:srgbClr val="000000"/>
                </a:solidFill>
              </a:defRPr>
            </a:pPr>
            <a:r>
              <a:t>llmctl tunnel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2286000"/>
            <a:ext cx="1371600" cy="548640"/>
          </a:xfrm>
          <a:prstGeom prst="rect">
            <a:avLst/>
          </a:prstGeom>
          <a:solidFill>
            <a:srgbClr val="E1BEE7"/>
          </a:solidFill>
          <a:ln w="1270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 b="0">
                <a:solidFill>
                  <a:srgbClr val="000000"/>
                </a:solidFill>
              </a:defRPr>
            </a:pPr>
            <a:r>
              <a:t>LiteLLM Proxy</a:t>
            </a:r>
          </a:p>
          <a:p>
            <a:r>
              <a:t>Port 4000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79" y="2286000"/>
            <a:ext cx="1371600" cy="548640"/>
          </a:xfrm>
          <a:prstGeom prst="rect">
            <a:avLst/>
          </a:prstGeom>
          <a:solidFill>
            <a:srgbClr val="E1BEE7"/>
          </a:solidFill>
          <a:ln w="1270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 b="0">
                <a:solidFill>
                  <a:srgbClr val="000000"/>
                </a:solidFill>
              </a:defRPr>
            </a:pPr>
            <a:r>
              <a:t>UVA SSH Tunnel</a:t>
            </a:r>
          </a:p>
          <a:p>
            <a:r>
              <a:t>Port 8080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114800"/>
            <a:ext cx="10332720" cy="2286000"/>
          </a:xfrm>
          <a:prstGeom prst="rect">
            <a:avLst/>
          </a:prstGeom>
          <a:solidFill>
            <a:srgbClr val="FDFCF0"/>
          </a:solidFill>
          <a:ln w="1270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0000"/>
                </a:solidFill>
              </a:defRPr>
            </a:pPr>
            <a:r>
              <a:t>Remote Infrastructure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457200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 b="0">
                <a:solidFill>
                  <a:srgbClr val="000000"/>
                </a:solidFill>
              </a:defRPr>
            </a:pPr>
            <a:r>
              <a:t>Remote GPU Hosts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54480" y="4846320"/>
            <a:ext cx="1005840" cy="365760"/>
          </a:xfrm>
          <a:prstGeom prst="rect">
            <a:avLst/>
          </a:prstGeom>
          <a:solidFill>
            <a:srgbClr val="FFF9C4"/>
          </a:solidFill>
          <a:ln w="1270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 b="0">
                <a:solidFill>
                  <a:srgbClr val="000000"/>
                </a:solidFill>
              </a:defRPr>
            </a:pPr>
            <a:r>
              <a:t>Host: white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34640" y="4846320"/>
            <a:ext cx="1005840" cy="365760"/>
          </a:xfrm>
          <a:prstGeom prst="rect">
            <a:avLst/>
          </a:prstGeom>
          <a:solidFill>
            <a:srgbClr val="FFF9C4"/>
          </a:solidFill>
          <a:ln w="1270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 b="0">
                <a:solidFill>
                  <a:srgbClr val="000000"/>
                </a:solidFill>
              </a:defRPr>
            </a:pPr>
            <a:r>
              <a:t>Host: spark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54480" y="5303520"/>
            <a:ext cx="2286000" cy="457200"/>
          </a:xfrm>
          <a:prstGeom prst="rect">
            <a:avLst/>
          </a:prstGeom>
          <a:solidFill>
            <a:srgbClr val="E1BEE7"/>
          </a:solidFill>
          <a:ln w="1270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 b="0">
                <a:solidFill>
                  <a:srgbClr val="000000"/>
                </a:solidFill>
              </a:defRPr>
            </a:pPr>
            <a:r>
              <a:t>vLLM Containers</a:t>
            </a:r>
          </a:p>
          <a:p>
            <a:r>
              <a:t>Ports 18000+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5029200"/>
            <a:ext cx="2286000" cy="548640"/>
          </a:xfrm>
          <a:prstGeom prst="rect">
            <a:avLst/>
          </a:prstGeom>
          <a:solidFill>
            <a:srgbClr val="E1BEE7"/>
          </a:solidFill>
          <a:ln w="1270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 b="0">
                <a:solidFill>
                  <a:srgbClr val="000000"/>
                </a:solidFill>
              </a:defRPr>
            </a:pPr>
            <a:r>
              <a:t>UVA GENAI Kimi K2.5</a:t>
            </a:r>
          </a:p>
          <a:p>
            <a:r>
              <a:t>Remote API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