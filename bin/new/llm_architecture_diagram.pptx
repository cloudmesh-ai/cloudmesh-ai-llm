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LLM Infrastructure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54880" y="365760"/>
            <a:ext cx="7040880" cy="4023360"/>
          </a:xfrm>
          <a:prstGeom prst="roundRect">
            <a:avLst/>
          </a:prstGeom>
          <a:solidFill>
            <a:srgbClr val="DCE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/>
            </a:pPr>
            <a:r>
              <a:t>LOCAL WORKSTATION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3474720"/>
            <a:ext cx="5029200" cy="2743200"/>
          </a:xfrm>
          <a:prstGeom prst="roundRect">
            <a:avLst/>
          </a:prstGeom>
          <a:solidFill>
            <a:srgbClr val="FFEB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/>
            </a:pPr>
            <a:r>
              <a:t>REMOTE INFRASTRUCTURE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3474720" cy="1920240"/>
          </a:xfrm>
          <a:prstGeom prst="roundRect">
            <a:avLst/>
          </a:prstGeom>
          <a:solidFill>
            <a:srgbClr val="F0F5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REMOTE GPU HOSTS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097280"/>
            <a:ext cx="6217920" cy="914400"/>
          </a:xfrm>
          <a:prstGeom prst="roundRect">
            <a:avLst/>
          </a:prstGeom>
          <a:solidFill>
            <a:srgbClr val="C8DC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llmctl Unified CLI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640080"/>
            <a:ext cx="2011680" cy="457200"/>
          </a:xfrm>
          <a:prstGeom prst="roundRect">
            <a:avLst/>
          </a:prstGeom>
          <a:solidFill>
            <a:srgbClr val="EBE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0"/>
            </a:pPr>
            <a:r>
              <a:t>.config/cloudmesh/.env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463040"/>
            <a:ext cx="1188720" cy="411480"/>
          </a:xfrm>
          <a:prstGeom prst="roundRect">
            <a:avLst/>
          </a:prstGeom>
          <a:solidFill>
            <a:srgbClr val="EBE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0"/>
            </a:pPr>
            <a:r>
              <a:t>llmctl launch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463040"/>
            <a:ext cx="1188720" cy="411480"/>
          </a:xfrm>
          <a:prstGeom prst="roundRect">
            <a:avLst/>
          </a:prstGeom>
          <a:solidFill>
            <a:srgbClr val="EBE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0"/>
            </a:pPr>
            <a:r>
              <a:t>llmctl proxy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463040"/>
            <a:ext cx="1188720" cy="411480"/>
          </a:xfrm>
          <a:prstGeom prst="roundRect">
            <a:avLst/>
          </a:prstGeom>
          <a:solidFill>
            <a:srgbClr val="EBE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0"/>
            </a:pPr>
            <a:r>
              <a:t>llmctl check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0" y="1463040"/>
            <a:ext cx="1188720" cy="411480"/>
          </a:xfrm>
          <a:prstGeom prst="roundRect">
            <a:avLst/>
          </a:prstGeom>
          <a:solidFill>
            <a:srgbClr val="EBE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0"/>
            </a:pPr>
            <a:r>
              <a:t>llmctl tunnel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743200"/>
            <a:ext cx="1645920" cy="640080"/>
          </a:xfrm>
          <a:prstGeom prst="roundRect">
            <a:avLst/>
          </a:prstGeom>
          <a:solidFill>
            <a:srgbClr val="EBE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0"/>
            </a:pPr>
            <a:r>
              <a:t>LiteLLM Proxy</a:t>
            </a:r>
          </a:p>
          <a:p>
            <a:r>
              <a:t>Port 4000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2743200"/>
            <a:ext cx="1645920" cy="640080"/>
          </a:xfrm>
          <a:prstGeom prst="roundRect">
            <a:avLst/>
          </a:prstGeom>
          <a:solidFill>
            <a:srgbClr val="EBE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0"/>
            </a:pPr>
            <a:r>
              <a:t>UVA SSH Tunnel</a:t>
            </a:r>
          </a:p>
          <a:p>
            <a:r>
              <a:t>Port 8080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97680"/>
            <a:ext cx="1005840" cy="457200"/>
          </a:xfrm>
          <a:prstGeom prst="roundRect">
            <a:avLst/>
          </a:prstGeom>
          <a:solidFill>
            <a:srgbClr val="EBE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0"/>
            </a:pPr>
            <a:r>
              <a:t>Host: white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0" y="4297680"/>
            <a:ext cx="1005840" cy="457200"/>
          </a:xfrm>
          <a:prstGeom prst="roundRect">
            <a:avLst/>
          </a:prstGeom>
          <a:solidFill>
            <a:srgbClr val="EBE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0"/>
            </a:pPr>
            <a:r>
              <a:t>Host: spark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5303520"/>
            <a:ext cx="1645920" cy="640080"/>
          </a:xfrm>
          <a:prstGeom prst="roundRect">
            <a:avLst/>
          </a:prstGeom>
          <a:solidFill>
            <a:srgbClr val="EBE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0"/>
            </a:pPr>
            <a:r>
              <a:t>vLLM Containers</a:t>
            </a:r>
          </a:p>
          <a:p>
            <a:r>
              <a:t>Ports 18000+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4937760"/>
            <a:ext cx="1737360" cy="731520"/>
          </a:xfrm>
          <a:prstGeom prst="roundRect">
            <a:avLst/>
          </a:prstGeom>
          <a:solidFill>
            <a:srgbClr val="EBE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0"/>
            </a:pPr>
            <a:r>
              <a:t>UVA GENAI Kimi K2.5</a:t>
            </a:r>
          </a:p>
          <a:p>
            <a:r>
              <a:t>Remote API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92240.0" y="1097280"/>
            <a:ext cx="1645920.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011680.0" y="1874520"/>
            <a:ext cx="3794760.0" cy="342900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360920.0" y="1874520"/>
            <a:ext cx="777240.0" cy="8686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8138160.0" y="1874520"/>
            <a:ext cx="777240.0" cy="8686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.0" y="1874520"/>
            <a:ext cx="45720.0" cy="8686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43000.0" y="4754880"/>
            <a:ext cx="868680.0" cy="54864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011680.0" y="4754880"/>
            <a:ext cx="502920.0" cy="54864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011680.0" y="2743200"/>
            <a:ext cx="6126480.0" cy="320040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343400.0" y="2743200"/>
            <a:ext cx="3794760.0" cy="29260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343400.0" y="2743200"/>
            <a:ext cx="6172200.0" cy="29260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